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731520"/>
            <a:ext cx="6309360" cy="3474720"/>
          </a:xfrm>
        </p:spPr>
        <p:txBody>
          <a:bodyPr anchor="b">
            <a:noAutofit/>
          </a:bodyPr>
          <a:lstStyle>
            <a:lvl1pPr algn="l" indent="0" marL="0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53712"/>
            <a:ext cx="6309360" cy="548640"/>
          </a:xfrm>
        </p:spPr>
        <p:txBody>
          <a:bodyPr anchor="t">
            <a:noAutofit/>
          </a:bodyPr>
          <a:lstStyle>
            <a:lvl1pPr algn="l" indent="0" marL="0">
              <a:buNone/>
              <a:defRPr sz="2400" b="0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cxnSp>
        <p:nvCxnSpPr>
          <p:cNvPr id="4" name="Accent Dash"/>
          <p:cNvCxnSpPr/>
          <p:nvPr userDrawn="1"/>
        </p:nvCxnSpPr>
        <p:spPr>
          <a:xfrm>
            <a:off x="990295" y="4434840"/>
            <a:ext cx="978408" cy="0"/>
          </a:xfrm>
          <a:prstGeom prst="line">
            <a:avLst/>
          </a:prstGeom>
          <a:ln w="76200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320"/>
            <a:ext cx="10360152" cy="685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808208" y="6355080"/>
            <a:ext cx="722376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Accent Dash"/>
          <p:cNvCxnSpPr/>
          <p:nvPr userDrawn="1"/>
        </p:nvCxnSpPr>
        <p:spPr>
          <a:xfrm>
            <a:off x="990295" y="1031443"/>
            <a:ext cx="978408" cy="0"/>
          </a:xfrm>
          <a:prstGeom prst="line">
            <a:avLst/>
          </a:prstGeom>
          <a:ln w="76200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274320"/>
            <a:ext cx="10360152" cy="685800"/>
          </a:xfrm>
          <a:prstGeom prst="rect">
            <a:avLst/>
          </a:prstGeom>
        </p:spPr>
        <p:txBody>
          <a:bodyPr vert="horz" lIns="91440" tIns="45720" rIns="91440" bIns="45720" rtlCol="0" anchor="b"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325880"/>
            <a:ext cx="10360152" cy="4846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6355080"/>
            <a:ext cx="274320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080"/>
            <a:ext cx="395935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8208" y="6355080"/>
            <a:ext cx="7223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4000" kern="1200" b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 b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000" kern="1200" b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b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b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b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b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b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b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b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slides-style">
  <a:themeElements>
    <a:clrScheme name="slides-style">
      <a:dk1>
        <a:srgbClr val="000000"/>
      </a:dk1>
      <a:lt1>
        <a:srgbClr val="FFFFFF"/>
      </a:lt1>
      <a:dk2>
        <a:srgbClr val="1F1F1F"/>
      </a:dk2>
      <a:lt2>
        <a:srgbClr val="F2F2F2"/>
      </a:lt2>
      <a:accent1>
        <a:srgbClr val="1973EB"/>
      </a:accent1>
      <a:accent2>
        <a:srgbClr val="C00000"/>
      </a:accent2>
      <a:accent3>
        <a:srgbClr val="1F77B4"/>
      </a:accent3>
      <a:accent4>
        <a:srgbClr val="FF7F0E"/>
      </a:accent4>
      <a:accent5>
        <a:srgbClr val="2CA02C"/>
      </a:accent5>
      <a:accent6>
        <a:srgbClr val="9467BD"/>
      </a:accent6>
      <a:hlink>
        <a:srgbClr val="1AC16E"/>
      </a:hlink>
      <a:folHlink>
        <a:srgbClr val="1AC16E"/>
      </a:folHlink>
    </a:clrScheme>
    <a:fontScheme name="slides-styl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slides-style template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